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8288000" cy="10287000"/>
  <p:notesSz cx="6858000" cy="9144000"/>
  <p:embeddedFontLst>
    <p:embeddedFont>
      <p:font typeface="Open Sans" pitchFamily="2" charset="0"/>
      <p:regular r:id="rId39"/>
      <p:bold r:id="rId40"/>
      <p:boldItalic r:id="rId41"/>
    </p:embeddedFont>
    <p:embeddedFont>
      <p:font typeface="Open Sans Bold" pitchFamily="2" charset="0"/>
      <p:bold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89874" y="5415783"/>
            <a:ext cx="4345068" cy="826209"/>
            <a:chOff x="0" y="0"/>
            <a:chExt cx="1437020" cy="2732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37020" cy="273248"/>
            </a:xfrm>
            <a:custGeom>
              <a:avLst/>
              <a:gdLst/>
              <a:ahLst/>
              <a:cxnLst/>
              <a:rect l="l" t="t" r="r" b="b"/>
              <a:pathLst>
                <a:path w="1437020" h="273248">
                  <a:moveTo>
                    <a:pt x="0" y="0"/>
                  </a:moveTo>
                  <a:lnTo>
                    <a:pt x="1437020" y="0"/>
                  </a:lnTo>
                  <a:lnTo>
                    <a:pt x="1437020" y="273248"/>
                  </a:lnTo>
                  <a:lnTo>
                    <a:pt x="0" y="2732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37020" cy="311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783941" y="5415783"/>
            <a:ext cx="4345068" cy="826209"/>
            <a:chOff x="0" y="0"/>
            <a:chExt cx="1437020" cy="2732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7020" cy="273248"/>
            </a:xfrm>
            <a:custGeom>
              <a:avLst/>
              <a:gdLst/>
              <a:ahLst/>
              <a:cxnLst/>
              <a:rect l="l" t="t" r="r" b="b"/>
              <a:pathLst>
                <a:path w="1437020" h="273248">
                  <a:moveTo>
                    <a:pt x="0" y="0"/>
                  </a:moveTo>
                  <a:lnTo>
                    <a:pt x="1437020" y="0"/>
                  </a:lnTo>
                  <a:lnTo>
                    <a:pt x="1437020" y="273248"/>
                  </a:lnTo>
                  <a:lnTo>
                    <a:pt x="0" y="273248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37020" cy="311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897064" y="5525788"/>
            <a:ext cx="4494336" cy="573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62"/>
              </a:lnSpc>
            </a:pPr>
            <a:r>
              <a:rPr lang="en-US" sz="333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[NOME]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9874" y="6368859"/>
            <a:ext cx="3892034" cy="381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2"/>
              </a:lnSpc>
            </a:pPr>
            <a:r>
              <a:rPr lang="en-US" sz="22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Validade da proposta: 10 dias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57720" y="5508677"/>
            <a:ext cx="1530522" cy="573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62"/>
              </a:lnSpc>
            </a:pPr>
            <a:r>
              <a:rPr lang="en-US" sz="3330" b="1" i="1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Cliente: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3931" y="7636273"/>
            <a:ext cx="6477069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3931" y="7636273"/>
            <a:ext cx="6629469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449550" y="7752480"/>
            <a:ext cx="6790450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909545" y="8845011"/>
            <a:ext cx="7101855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3931" y="7636273"/>
            <a:ext cx="6858069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835386" y="7687709"/>
            <a:ext cx="6861814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086574" y="7713427"/>
            <a:ext cx="6705626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0" y="7636273"/>
            <a:ext cx="7086600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372465" y="7687709"/>
            <a:ext cx="7019935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737954" y="7621984"/>
            <a:ext cx="6978046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877428" y="7713427"/>
            <a:ext cx="6810372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243876" y="8683301"/>
            <a:ext cx="7072324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603926" y="7757460"/>
            <a:ext cx="7321874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632639" y="7687709"/>
            <a:ext cx="7055161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53525" y="7732477"/>
            <a:ext cx="6924675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0" y="7636273"/>
            <a:ext cx="7086600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3931" y="7636273"/>
            <a:ext cx="7086669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112775" y="4895896"/>
            <a:ext cx="8517625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110 kg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30003" y="6940939"/>
            <a:ext cx="8357597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200 kg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63982" y="8846318"/>
            <a:ext cx="8890418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1125 kg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158616" y="4972050"/>
            <a:ext cx="7328784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30274" y="8932594"/>
            <a:ext cx="7028726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15918" y="6952322"/>
            <a:ext cx="6933482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698690" y="8984030"/>
            <a:ext cx="6788710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196716" y="7077557"/>
            <a:ext cx="6909684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82264" y="5217303"/>
            <a:ext cx="7185220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519885" y="5270903"/>
            <a:ext cx="6043715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29510" y="7130499"/>
            <a:ext cx="6043715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10572" y="8938978"/>
            <a:ext cx="6043715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467750" y="7750244"/>
            <a:ext cx="5696050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212169" y="5095875"/>
            <a:ext cx="6132231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71917" y="7079004"/>
            <a:ext cx="6052915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52065" y="9163050"/>
            <a:ext cx="5787735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828628" y="3841285"/>
            <a:ext cx="3562448" cy="4206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Leg Press 90°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Smith Machine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Super Rack Agachamento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Banco Supino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Banco Horizontal Regulável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110kg Halteres 1-10kg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100kg Anilhas (1,30/kg)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1125kg Halteres 12,5 - 50kg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Rack Vertical - (10 pares)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Suporte Barras / Anilhas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Storage Rack - (15 pares)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572330" y="3867415"/>
            <a:ext cx="363296" cy="278090"/>
            <a:chOff x="0" y="0"/>
            <a:chExt cx="62793" cy="732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04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572330" y="4229433"/>
            <a:ext cx="363296" cy="278090"/>
            <a:chOff x="0" y="0"/>
            <a:chExt cx="62793" cy="7324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67601" y="3921136"/>
            <a:ext cx="361028" cy="278090"/>
            <a:chOff x="0" y="0"/>
            <a:chExt cx="62793" cy="7324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467602" y="4285207"/>
            <a:ext cx="351502" cy="278090"/>
            <a:chOff x="0" y="0"/>
            <a:chExt cx="62793" cy="7324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467602" y="4675732"/>
            <a:ext cx="351502" cy="278090"/>
            <a:chOff x="0" y="0"/>
            <a:chExt cx="62793" cy="7324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467602" y="5056732"/>
            <a:ext cx="351502" cy="278090"/>
            <a:chOff x="0" y="0"/>
            <a:chExt cx="62793" cy="7324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467602" y="5443427"/>
            <a:ext cx="351502" cy="278090"/>
            <a:chOff x="0" y="0"/>
            <a:chExt cx="62793" cy="7324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039601" y="3963614"/>
            <a:ext cx="342366" cy="278090"/>
            <a:chOff x="0" y="0"/>
            <a:chExt cx="62793" cy="7324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039601" y="4344681"/>
            <a:ext cx="342365" cy="278090"/>
            <a:chOff x="0" y="0"/>
            <a:chExt cx="62793" cy="7324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039601" y="4727546"/>
            <a:ext cx="342365" cy="278090"/>
            <a:chOff x="0" y="0"/>
            <a:chExt cx="62793" cy="7324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039601" y="5110410"/>
            <a:ext cx="342365" cy="278090"/>
            <a:chOff x="0" y="0"/>
            <a:chExt cx="62793" cy="7324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02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039601" y="5493275"/>
            <a:ext cx="342365" cy="278090"/>
            <a:chOff x="0" y="0"/>
            <a:chExt cx="62793" cy="7324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02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039601" y="5871725"/>
            <a:ext cx="342365" cy="278090"/>
            <a:chOff x="0" y="0"/>
            <a:chExt cx="62793" cy="7324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 dirty="0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02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039601" y="6254589"/>
            <a:ext cx="342365" cy="278090"/>
            <a:chOff x="0" y="0"/>
            <a:chExt cx="62793" cy="7324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02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2039601" y="6647690"/>
            <a:ext cx="342365" cy="278090"/>
            <a:chOff x="0" y="0"/>
            <a:chExt cx="62793" cy="7324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04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039601" y="7030555"/>
            <a:ext cx="342365" cy="278090"/>
            <a:chOff x="0" y="0"/>
            <a:chExt cx="62793" cy="7324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04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039601" y="7413420"/>
            <a:ext cx="342365" cy="278090"/>
            <a:chOff x="0" y="0"/>
            <a:chExt cx="62793" cy="7324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04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467602" y="7001293"/>
            <a:ext cx="351502" cy="278090"/>
            <a:chOff x="0" y="0"/>
            <a:chExt cx="62793" cy="73242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57" name="TextBox 57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467602" y="7374633"/>
            <a:ext cx="351502" cy="278090"/>
            <a:chOff x="0" y="0"/>
            <a:chExt cx="62793" cy="7324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467602" y="7757498"/>
            <a:ext cx="351502" cy="278090"/>
            <a:chOff x="0" y="0"/>
            <a:chExt cx="62793" cy="73242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63" name="TextBox 63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2572330" y="4617971"/>
            <a:ext cx="363296" cy="278090"/>
            <a:chOff x="0" y="0"/>
            <a:chExt cx="62793" cy="73242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66" name="TextBox 66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2572330" y="5001932"/>
            <a:ext cx="363296" cy="278090"/>
            <a:chOff x="0" y="0"/>
            <a:chExt cx="62793" cy="73242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69" name="TextBox 69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2572330" y="5394321"/>
            <a:ext cx="363296" cy="278090"/>
            <a:chOff x="0" y="0"/>
            <a:chExt cx="62793" cy="73242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72" name="TextBox 72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02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2572330" y="5777186"/>
            <a:ext cx="363296" cy="278090"/>
            <a:chOff x="0" y="0"/>
            <a:chExt cx="62793" cy="73242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75" name="TextBox 75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2572330" y="6160051"/>
            <a:ext cx="363296" cy="278090"/>
            <a:chOff x="0" y="0"/>
            <a:chExt cx="62793" cy="73242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78" name="TextBox 78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2572330" y="6552440"/>
            <a:ext cx="363296" cy="278090"/>
            <a:chOff x="0" y="0"/>
            <a:chExt cx="62793" cy="73242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81" name="TextBox 81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2572329" y="6935305"/>
            <a:ext cx="363297" cy="278090"/>
            <a:chOff x="0" y="0"/>
            <a:chExt cx="62793" cy="73242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84" name="TextBox 84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2572328" y="7308645"/>
            <a:ext cx="363297" cy="278090"/>
            <a:chOff x="0" y="0"/>
            <a:chExt cx="62793" cy="73242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87" name="TextBox 87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2572329" y="7701034"/>
            <a:ext cx="353772" cy="278090"/>
            <a:chOff x="0" y="0"/>
            <a:chExt cx="62793" cy="73242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90" name="TextBox 90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2572329" y="8083899"/>
            <a:ext cx="353772" cy="278090"/>
            <a:chOff x="0" y="0"/>
            <a:chExt cx="62793" cy="73242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93" name="TextBox 93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6441734" y="2472975"/>
            <a:ext cx="5518272" cy="980717"/>
            <a:chOff x="0" y="0"/>
            <a:chExt cx="1453372" cy="258296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1453372" cy="258296"/>
            </a:xfrm>
            <a:custGeom>
              <a:avLst/>
              <a:gdLst/>
              <a:ahLst/>
              <a:cxnLst/>
              <a:rect l="l" t="t" r="r" b="b"/>
              <a:pathLst>
                <a:path w="1453372" h="258296">
                  <a:moveTo>
                    <a:pt x="0" y="0"/>
                  </a:moveTo>
                  <a:lnTo>
                    <a:pt x="1453372" y="0"/>
                  </a:lnTo>
                  <a:lnTo>
                    <a:pt x="1453372" y="258296"/>
                  </a:lnTo>
                  <a:lnTo>
                    <a:pt x="0" y="258296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96" name="TextBox 96"/>
            <p:cNvSpPr txBox="1"/>
            <p:nvPr/>
          </p:nvSpPr>
          <p:spPr>
            <a:xfrm>
              <a:off x="0" y="-38100"/>
              <a:ext cx="1453372" cy="296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sp>
        <p:nvSpPr>
          <p:cNvPr id="97" name="TextBox 97"/>
          <p:cNvSpPr txBox="1"/>
          <p:nvPr/>
        </p:nvSpPr>
        <p:spPr>
          <a:xfrm>
            <a:off x="2935625" y="3794172"/>
            <a:ext cx="3902113" cy="4589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Esteira Profissional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Bicicleta Spinning Magnética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Simulador de Escada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Cadeira Extensora / Flexora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Dual Cable Crossover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Leg Press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Máquina de Bíceps / Tríceps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Cadeira Adutora / Abdutora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Remada Vertical Pro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Voador Peitoral e Dorsal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Isolador de Glúteo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Supino Reto e Desenv. Ombro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2391491" y="3883036"/>
            <a:ext cx="3324180" cy="3822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Barra Olímpica (1800mm)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Barra Olímpica (1200mm)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Barra Curvada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Triângulo Cross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Corda Cross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Puxador Tríceps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Barra Remada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Step Ajustável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Colchonetes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Tornozeleira Polia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6920413" y="2419315"/>
            <a:ext cx="4524543" cy="904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4"/>
              </a:lnSpc>
            </a:pPr>
            <a:r>
              <a:rPr lang="en-US" sz="5000" b="1" i="1" dirty="0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COMBO ELITE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31295" y="4142693"/>
            <a:ext cx="7203587" cy="1432097"/>
            <a:chOff x="0" y="0"/>
            <a:chExt cx="1897241" cy="37717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97241" cy="377178"/>
            </a:xfrm>
            <a:custGeom>
              <a:avLst/>
              <a:gdLst/>
              <a:ahLst/>
              <a:cxnLst/>
              <a:rect l="l" t="t" r="r" b="b"/>
              <a:pathLst>
                <a:path w="1897241" h="377178">
                  <a:moveTo>
                    <a:pt x="0" y="0"/>
                  </a:moveTo>
                  <a:lnTo>
                    <a:pt x="1897241" y="0"/>
                  </a:lnTo>
                  <a:lnTo>
                    <a:pt x="1897241" y="377178"/>
                  </a:lnTo>
                  <a:lnTo>
                    <a:pt x="0" y="3771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97241" cy="415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31295" y="4142693"/>
            <a:ext cx="3778620" cy="1432097"/>
            <a:chOff x="0" y="0"/>
            <a:chExt cx="995192" cy="3771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5192" cy="377178"/>
            </a:xfrm>
            <a:custGeom>
              <a:avLst/>
              <a:gdLst/>
              <a:ahLst/>
              <a:cxnLst/>
              <a:rect l="l" t="t" r="r" b="b"/>
              <a:pathLst>
                <a:path w="995192" h="377178">
                  <a:moveTo>
                    <a:pt x="0" y="0"/>
                  </a:moveTo>
                  <a:lnTo>
                    <a:pt x="995192" y="0"/>
                  </a:lnTo>
                  <a:lnTo>
                    <a:pt x="995192" y="377178"/>
                  </a:lnTo>
                  <a:lnTo>
                    <a:pt x="0" y="377178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95192" cy="415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77048" y="6172200"/>
            <a:ext cx="6611142" cy="685611"/>
            <a:chOff x="0" y="0"/>
            <a:chExt cx="1741206" cy="1805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41206" cy="180572"/>
            </a:xfrm>
            <a:custGeom>
              <a:avLst/>
              <a:gdLst/>
              <a:ahLst/>
              <a:cxnLst/>
              <a:rect l="l" t="t" r="r" b="b"/>
              <a:pathLst>
                <a:path w="1741206" h="180572">
                  <a:moveTo>
                    <a:pt x="0" y="0"/>
                  </a:moveTo>
                  <a:lnTo>
                    <a:pt x="1741206" y="0"/>
                  </a:lnTo>
                  <a:lnTo>
                    <a:pt x="1741206" y="180572"/>
                  </a:lnTo>
                  <a:lnTo>
                    <a:pt x="0" y="18057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741206" cy="218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00193" y="4260684"/>
            <a:ext cx="3346007" cy="1066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8"/>
              </a:lnSpc>
            </a:pPr>
            <a:r>
              <a:rPr lang="en-US" sz="307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Mensalidade </a:t>
            </a:r>
          </a:p>
          <a:p>
            <a:pPr algn="l">
              <a:lnSpc>
                <a:spcPts val="4298"/>
              </a:lnSpc>
            </a:pPr>
            <a:r>
              <a:rPr lang="en-US" sz="307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por apartamento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78684" y="2993443"/>
            <a:ext cx="4098364" cy="5481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38"/>
              </a:lnSpc>
            </a:pPr>
            <a:r>
              <a:rPr lang="en-US" sz="317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[NOME]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09940" y="4254328"/>
            <a:ext cx="3411204" cy="10358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33"/>
              </a:lnSpc>
            </a:pPr>
            <a:r>
              <a:rPr lang="en-US" sz="6095" b="1" spc="-176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[VALOR]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63310" y="2085223"/>
            <a:ext cx="7395990" cy="5927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Total de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unidades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informadas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[UNIDADES]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unidades</a:t>
            </a: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Valor total da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mensalidade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: [VALOR_COND] </a:t>
            </a: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Prazo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: 60 meses.</a:t>
            </a: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Incluso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estrutura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do Container: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Ar-condicionado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Espelhos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Comunicação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visual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padrão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Duo Fitness </a:t>
            </a:r>
          </a:p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 a infra-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estrutura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para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instalação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BÔNUS: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Manutenção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Preventiva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Mensal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Inclusa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Proposta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válida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por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10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dias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328</Words>
  <Application>Microsoft Office PowerPoint</Application>
  <PresentationFormat>Custom</PresentationFormat>
  <Paragraphs>120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Open Sans Bold</vt:lpstr>
      <vt:lpstr>Open Sans Bold Italics</vt:lpstr>
      <vt:lpstr>Arial</vt:lpstr>
      <vt:lpstr>Calibri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DUO FITNESS ELITE</dc:title>
  <cp:lastModifiedBy>Victor Barros</cp:lastModifiedBy>
  <cp:revision>2</cp:revision>
  <dcterms:created xsi:type="dcterms:W3CDTF">2006-08-16T00:00:00Z</dcterms:created>
  <dcterms:modified xsi:type="dcterms:W3CDTF">2026-06-23T18:41:43Z</dcterms:modified>
  <dc:identifier>DAHNWy9b1aU</dc:identifier>
</cp:coreProperties>
</file>