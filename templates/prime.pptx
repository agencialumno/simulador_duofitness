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embeddedFontLst>
    <p:embeddedFont>
      <p:font typeface="Open Sans" pitchFamily="2" charset="0"/>
      <p:regular r:id="rId38"/>
      <p:bold r:id="rId39"/>
      <p:boldItalic r:id="rId40"/>
    </p:embeddedFont>
    <p:embeddedFont>
      <p:font typeface="Open Sans Bold" pitchFamily="2" charset="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29" y="-8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345068" cy="57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33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3892034" cy="38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 da proposta: 10 dias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7818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0866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49550" y="7752480"/>
            <a:ext cx="694285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09545" y="8845011"/>
            <a:ext cx="733045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858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35386" y="7687709"/>
            <a:ext cx="678561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6574" y="7713427"/>
            <a:ext cx="723902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934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72465" y="7687709"/>
            <a:ext cx="740093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37954" y="7621984"/>
            <a:ext cx="690184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43876" y="8683301"/>
            <a:ext cx="714852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603926" y="7757460"/>
            <a:ext cx="694087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32639" y="7687709"/>
            <a:ext cx="6826561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53525" y="7732477"/>
            <a:ext cx="669607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705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0866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2775" y="4895896"/>
            <a:ext cx="84414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0003" y="6940939"/>
            <a:ext cx="84414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200 kg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63982" y="8846318"/>
            <a:ext cx="86618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1125 kg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58616" y="4972050"/>
            <a:ext cx="712807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0274" y="8932594"/>
            <a:ext cx="664772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918" y="6952322"/>
            <a:ext cx="6933482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98690" y="8984030"/>
            <a:ext cx="656011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6716" y="7077557"/>
            <a:ext cx="68334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2264" y="5217303"/>
            <a:ext cx="652393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9885" y="5270903"/>
            <a:ext cx="55865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57674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57674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69347" y="6335764"/>
            <a:ext cx="6103653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6255" y="8379779"/>
            <a:ext cx="588394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2169" y="5095875"/>
            <a:ext cx="5751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1917" y="7079004"/>
            <a:ext cx="5751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2065" y="9163050"/>
            <a:ext cx="594013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28628" y="3841285"/>
            <a:ext cx="3562448" cy="420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 90°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Smith Machine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 Rack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Agachamento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Supino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Horizontal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Regulável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110kg Halteres 1-10kg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100kg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Anilhas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(1,30/kg)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1125kg Halteres 12,5 - 50kg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Rack Vertical - (10 pares)</a:t>
            </a: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Suporte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Barras /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Anilhas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Storage Rack - (15 pares)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90800" y="4066729"/>
            <a:ext cx="344825" cy="278090"/>
            <a:chOff x="0" y="0"/>
            <a:chExt cx="62793" cy="732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90800" y="4428746"/>
            <a:ext cx="344825" cy="278090"/>
            <a:chOff x="0" y="0"/>
            <a:chExt cx="62793" cy="732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83803" y="3921136"/>
            <a:ext cx="344825" cy="278090"/>
            <a:chOff x="0" y="0"/>
            <a:chExt cx="62793" cy="73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74278" y="4285207"/>
            <a:ext cx="344825" cy="278090"/>
            <a:chOff x="0" y="0"/>
            <a:chExt cx="62793" cy="7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74278" y="4675732"/>
            <a:ext cx="344825" cy="278090"/>
            <a:chOff x="0" y="0"/>
            <a:chExt cx="62793" cy="73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74278" y="5056732"/>
            <a:ext cx="344825" cy="278090"/>
            <a:chOff x="0" y="0"/>
            <a:chExt cx="62793" cy="7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83804" y="5443427"/>
            <a:ext cx="335300" cy="278090"/>
            <a:chOff x="0" y="0"/>
            <a:chExt cx="62793" cy="7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573000" y="3913658"/>
            <a:ext cx="325897" cy="278090"/>
            <a:chOff x="0" y="0"/>
            <a:chExt cx="62793" cy="7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73000" y="4294725"/>
            <a:ext cx="325897" cy="278090"/>
            <a:chOff x="0" y="0"/>
            <a:chExt cx="62793" cy="7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573000" y="4677590"/>
            <a:ext cx="325897" cy="278090"/>
            <a:chOff x="0" y="0"/>
            <a:chExt cx="62793" cy="7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573000" y="5060455"/>
            <a:ext cx="325897" cy="278090"/>
            <a:chOff x="0" y="0"/>
            <a:chExt cx="62793" cy="732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73000" y="5443319"/>
            <a:ext cx="325897" cy="278090"/>
            <a:chOff x="0" y="0"/>
            <a:chExt cx="62793" cy="73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573000" y="5821769"/>
            <a:ext cx="325897" cy="278090"/>
            <a:chOff x="0" y="0"/>
            <a:chExt cx="62793" cy="73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73000" y="6204634"/>
            <a:ext cx="325897" cy="278090"/>
            <a:chOff x="0" y="0"/>
            <a:chExt cx="62793" cy="732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573000" y="6597023"/>
            <a:ext cx="325897" cy="278090"/>
            <a:chOff x="0" y="0"/>
            <a:chExt cx="62793" cy="732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573000" y="6979888"/>
            <a:ext cx="325897" cy="278090"/>
            <a:chOff x="0" y="0"/>
            <a:chExt cx="62793" cy="732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573000" y="7362753"/>
            <a:ext cx="325897" cy="278090"/>
            <a:chOff x="0" y="0"/>
            <a:chExt cx="62793" cy="732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573000" y="7745617"/>
            <a:ext cx="325897" cy="278090"/>
            <a:chOff x="0" y="0"/>
            <a:chExt cx="62793" cy="732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474278" y="7001293"/>
            <a:ext cx="344825" cy="278090"/>
            <a:chOff x="0" y="0"/>
            <a:chExt cx="62793" cy="732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83804" y="7374633"/>
            <a:ext cx="335300" cy="278090"/>
            <a:chOff x="0" y="0"/>
            <a:chExt cx="62793" cy="73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474278" y="7757498"/>
            <a:ext cx="344825" cy="278090"/>
            <a:chOff x="0" y="0"/>
            <a:chExt cx="62793" cy="7324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590800" y="4817285"/>
            <a:ext cx="344825" cy="278090"/>
            <a:chOff x="0" y="0"/>
            <a:chExt cx="62793" cy="7324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590800" y="5201245"/>
            <a:ext cx="344825" cy="278090"/>
            <a:chOff x="0" y="0"/>
            <a:chExt cx="62793" cy="7324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590800" y="5593635"/>
            <a:ext cx="344825" cy="278090"/>
            <a:chOff x="0" y="0"/>
            <a:chExt cx="62793" cy="7324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590800" y="5976500"/>
            <a:ext cx="344825" cy="278090"/>
            <a:chOff x="0" y="0"/>
            <a:chExt cx="62793" cy="7324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590800" y="6359364"/>
            <a:ext cx="344825" cy="278090"/>
            <a:chOff x="0" y="0"/>
            <a:chExt cx="62793" cy="7324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2590800" y="6751754"/>
            <a:ext cx="344825" cy="278090"/>
            <a:chOff x="0" y="0"/>
            <a:chExt cx="62793" cy="7324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2590800" y="7134619"/>
            <a:ext cx="344825" cy="278090"/>
            <a:chOff x="0" y="0"/>
            <a:chExt cx="62793" cy="7324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590800" y="7507958"/>
            <a:ext cx="344825" cy="278090"/>
            <a:chOff x="0" y="0"/>
            <a:chExt cx="62793" cy="73242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2590801" y="7900348"/>
            <a:ext cx="335300" cy="278090"/>
            <a:chOff x="0" y="0"/>
            <a:chExt cx="62793" cy="7324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2935625" y="3993485"/>
            <a:ext cx="3902113" cy="420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Esteira Profissional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Bicicleta Spinning Magnética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Simulador de Escada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Extensora / Flexora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 Cable Crossover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 de Bíceps / Tríceps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Adutora / Abdutora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 Vertical Pro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Voador Peitoral e Dorsal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Supino Reto e Desenv. Ombro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2908422" y="3833081"/>
            <a:ext cx="4394015" cy="434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(1800mm)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(1200mm)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Curvada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Triângulo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Cross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Corda Cross</a:t>
            </a: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Puxador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Tríceps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Reta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Ajustável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Colchonetes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Tornozeleira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Polia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748413" y="2419315"/>
            <a:ext cx="4868543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PRIME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77048" y="6286689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403516" cy="522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524670" cy="1019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3310" y="2085223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[UNIDADES]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60 meses.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327</Words>
  <Application>Microsoft Office PowerPoint</Application>
  <PresentationFormat>Custom</PresentationFormat>
  <Paragraphs>120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Open Sans</vt:lpstr>
      <vt:lpstr>Arial</vt:lpstr>
      <vt:lpstr>Open Sans Bold</vt:lpstr>
      <vt:lpstr>Calibri</vt:lpstr>
      <vt:lpstr>Open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PRIME</dc:title>
  <cp:lastModifiedBy>Victor Barros</cp:lastModifiedBy>
  <cp:revision>4</cp:revision>
  <dcterms:created xsi:type="dcterms:W3CDTF">2006-08-16T00:00:00Z</dcterms:created>
  <dcterms:modified xsi:type="dcterms:W3CDTF">2026-06-23T18:30:59Z</dcterms:modified>
  <dc:identifier>DAHNWqmJ_FE</dc:identifier>
</cp:coreProperties>
</file>