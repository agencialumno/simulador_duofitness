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embeddedFontLst>
    <p:embeddedFont>
      <p:font typeface="Open Sans" pitchFamily="2" charset="0"/>
      <p:regular r:id="rId31"/>
      <p:bold r:id="rId32"/>
      <p:boldItalic r:id="rId33"/>
    </p:embeddedFont>
    <p:embeddedFont>
      <p:font typeface="Open Sans Bold" pitchFamily="2" charset="0"/>
      <p:bold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300"/>
    <a:srgbClr val="1912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89874" y="5415783"/>
            <a:ext cx="4345068" cy="826209"/>
            <a:chOff x="0" y="0"/>
            <a:chExt cx="1437020" cy="2732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7020" cy="273248"/>
            </a:xfrm>
            <a:custGeom>
              <a:avLst/>
              <a:gdLst/>
              <a:ahLst/>
              <a:cxnLst/>
              <a:rect l="l" t="t" r="r" b="b"/>
              <a:pathLst>
                <a:path w="1437020" h="273248">
                  <a:moveTo>
                    <a:pt x="0" y="0"/>
                  </a:moveTo>
                  <a:lnTo>
                    <a:pt x="1437020" y="0"/>
                  </a:lnTo>
                  <a:lnTo>
                    <a:pt x="1437020" y="273248"/>
                  </a:lnTo>
                  <a:lnTo>
                    <a:pt x="0" y="2732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37020" cy="31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83941" y="5415783"/>
            <a:ext cx="4345068" cy="826209"/>
            <a:chOff x="0" y="0"/>
            <a:chExt cx="1437020" cy="2732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7020" cy="273248"/>
            </a:xfrm>
            <a:custGeom>
              <a:avLst/>
              <a:gdLst/>
              <a:ahLst/>
              <a:cxnLst/>
              <a:rect l="l" t="t" r="r" b="b"/>
              <a:pathLst>
                <a:path w="1437020" h="273248">
                  <a:moveTo>
                    <a:pt x="0" y="0"/>
                  </a:moveTo>
                  <a:lnTo>
                    <a:pt x="1437020" y="0"/>
                  </a:lnTo>
                  <a:lnTo>
                    <a:pt x="1437020" y="273248"/>
                  </a:lnTo>
                  <a:lnTo>
                    <a:pt x="0" y="273248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7020" cy="31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897064" y="5525788"/>
            <a:ext cx="4345068" cy="573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62"/>
              </a:lnSpc>
            </a:pPr>
            <a:r>
              <a:rPr lang="en-US" sz="33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[NOME]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9874" y="6368859"/>
            <a:ext cx="4191726" cy="372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Validade</a:t>
            </a:r>
            <a:r>
              <a:rPr lang="en-US" sz="223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da </a:t>
            </a:r>
            <a:r>
              <a:rPr lang="en-US" sz="223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proposta</a:t>
            </a:r>
            <a:r>
              <a:rPr lang="en-US" sz="223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10 </a:t>
            </a:r>
            <a:r>
              <a:rPr lang="en-US" sz="223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dias</a:t>
            </a:r>
            <a:endParaRPr lang="en-US" sz="223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57720" y="5508677"/>
            <a:ext cx="1530522" cy="573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2"/>
              </a:lnSpc>
            </a:pPr>
            <a:r>
              <a:rPr lang="en-US" sz="3330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Cliente: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3931" y="7636273"/>
            <a:ext cx="6858069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3931" y="7636273"/>
            <a:ext cx="7239069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743916" y="8892868"/>
            <a:ext cx="7029484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7636273"/>
            <a:ext cx="68580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835386" y="7687709"/>
            <a:ext cx="7090414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086574" y="7713427"/>
            <a:ext cx="7162826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7636273"/>
            <a:ext cx="70104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7636273"/>
            <a:ext cx="67056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3931" y="7636273"/>
            <a:ext cx="7239069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12775" y="4895896"/>
            <a:ext cx="8441425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110 kg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30003" y="6940939"/>
            <a:ext cx="8536495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100 kg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63982" y="8846318"/>
            <a:ext cx="8738018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1125 kg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58616" y="4972050"/>
            <a:ext cx="7023984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30274" y="8932594"/>
            <a:ext cx="6857282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918" y="6952322"/>
            <a:ext cx="6857282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698690" y="8984030"/>
            <a:ext cx="6712510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96716" y="7077557"/>
            <a:ext cx="6904936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82264" y="5217303"/>
            <a:ext cx="6904936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519885" y="5270903"/>
            <a:ext cx="5891315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29510" y="7130499"/>
            <a:ext cx="5538890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10572" y="8938978"/>
            <a:ext cx="5538890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7755959"/>
            <a:ext cx="5715000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212169" y="5095875"/>
            <a:ext cx="6056031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71917" y="7079004"/>
            <a:ext cx="5496283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52065" y="9163050"/>
            <a:ext cx="6056031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955943" y="3771900"/>
            <a:ext cx="4394015" cy="3054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Rack Vertical - (10 pares)</a:t>
            </a:r>
          </a:p>
          <a:p>
            <a:pPr algn="l">
              <a:lnSpc>
                <a:spcPts val="3067"/>
              </a:lnSpc>
            </a:pP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Suporte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Barras /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Anilhas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Storage Rack - (15 pares)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Olímpica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(1800mm)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Olímpica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(50mm - 1200mm)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Curvada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Triângulo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Cross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Corda Cross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590800" y="3471477"/>
            <a:ext cx="335199" cy="278090"/>
            <a:chOff x="0" y="0"/>
            <a:chExt cx="62793" cy="732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590800" y="3833495"/>
            <a:ext cx="335199" cy="278090"/>
            <a:chOff x="0" y="0"/>
            <a:chExt cx="62793" cy="732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 dirty="0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0" y="3780147"/>
            <a:ext cx="335943" cy="350420"/>
            <a:chOff x="0" y="-19050"/>
            <a:chExt cx="62793" cy="922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 dirty="0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877800" y="4200100"/>
            <a:ext cx="325897" cy="278090"/>
            <a:chOff x="0" y="0"/>
            <a:chExt cx="62793" cy="7324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877800" y="4581167"/>
            <a:ext cx="325897" cy="278090"/>
            <a:chOff x="0" y="0"/>
            <a:chExt cx="62793" cy="732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877800" y="4964032"/>
            <a:ext cx="325897" cy="278090"/>
            <a:chOff x="0" y="0"/>
            <a:chExt cx="62793" cy="732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877800" y="5346897"/>
            <a:ext cx="325897" cy="278090"/>
            <a:chOff x="0" y="0"/>
            <a:chExt cx="62793" cy="732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877800" y="5729761"/>
            <a:ext cx="325897" cy="278090"/>
            <a:chOff x="0" y="0"/>
            <a:chExt cx="62793" cy="732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610477" y="4233544"/>
            <a:ext cx="335942" cy="278090"/>
            <a:chOff x="0" y="0"/>
            <a:chExt cx="62793" cy="732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1" y="4616409"/>
            <a:ext cx="326418" cy="278090"/>
            <a:chOff x="0" y="0"/>
            <a:chExt cx="62793" cy="7324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0" y="4992815"/>
            <a:ext cx="335943" cy="278090"/>
            <a:chOff x="0" y="0"/>
            <a:chExt cx="62793" cy="7324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20000" y="5375680"/>
            <a:ext cx="335943" cy="278090"/>
            <a:chOff x="0" y="0"/>
            <a:chExt cx="62793" cy="7324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20001" y="5762248"/>
            <a:ext cx="326418" cy="278090"/>
            <a:chOff x="0" y="0"/>
            <a:chExt cx="62793" cy="7324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20001" y="6163987"/>
            <a:ext cx="326418" cy="278090"/>
            <a:chOff x="0" y="0"/>
            <a:chExt cx="62793" cy="7324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620001" y="6537327"/>
            <a:ext cx="326418" cy="278090"/>
            <a:chOff x="0" y="0"/>
            <a:chExt cx="62793" cy="7324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2590800" y="4222033"/>
            <a:ext cx="335199" cy="278090"/>
            <a:chOff x="0" y="0"/>
            <a:chExt cx="62793" cy="7324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 dirty="0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590800" y="4605994"/>
            <a:ext cx="335199" cy="278090"/>
            <a:chOff x="0" y="0"/>
            <a:chExt cx="62793" cy="7324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 dirty="0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2590800" y="4998383"/>
            <a:ext cx="335199" cy="278090"/>
            <a:chOff x="0" y="0"/>
            <a:chExt cx="62793" cy="7324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2590800" y="5381248"/>
            <a:ext cx="335199" cy="278090"/>
            <a:chOff x="0" y="0"/>
            <a:chExt cx="62793" cy="7324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 dirty="0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2590800" y="5764113"/>
            <a:ext cx="335199" cy="278090"/>
            <a:chOff x="0" y="0"/>
            <a:chExt cx="62793" cy="7324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 dirty="0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2590800" y="6156502"/>
            <a:ext cx="335199" cy="278090"/>
            <a:chOff x="0" y="0"/>
            <a:chExt cx="62793" cy="7324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 dirty="0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2590800" y="6539367"/>
            <a:ext cx="335199" cy="278090"/>
            <a:chOff x="0" y="0"/>
            <a:chExt cx="62793" cy="7324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9" name="TextBox 69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 dirty="0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605400" y="2472975"/>
            <a:ext cx="5154571" cy="980717"/>
            <a:chOff x="0" y="0"/>
            <a:chExt cx="1357582" cy="25829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357582" cy="258296"/>
            </a:xfrm>
            <a:custGeom>
              <a:avLst/>
              <a:gdLst/>
              <a:ahLst/>
              <a:cxnLst/>
              <a:rect l="l" t="t" r="r" b="b"/>
              <a:pathLst>
                <a:path w="1357582" h="258296">
                  <a:moveTo>
                    <a:pt x="0" y="0"/>
                  </a:moveTo>
                  <a:lnTo>
                    <a:pt x="1357582" y="0"/>
                  </a:lnTo>
                  <a:lnTo>
                    <a:pt x="1357582" y="258296"/>
                  </a:lnTo>
                  <a:lnTo>
                    <a:pt x="0" y="258296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1357582" cy="296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2925999" y="3390900"/>
            <a:ext cx="3679400" cy="4589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Esteira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Profissional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Bicicleta Spinning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Magnética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Cadeira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Extensora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/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Flexora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Dual Cable Crossover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Leg Press</a:t>
            </a:r>
          </a:p>
          <a:p>
            <a:pPr algn="l">
              <a:lnSpc>
                <a:spcPts val="3067"/>
              </a:lnSpc>
            </a:pP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Máquina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Bíceps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/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Tríceps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Cadeira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Adutora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Abdutora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Banco Supino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Banco Horizontal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Regulável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110kg Halteres 1-10kg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100kg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Anilhas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(1,30/kg)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1125kg Halteres 12,5 - 50kg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3213222" y="4119523"/>
            <a:ext cx="2483978" cy="1960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Puxador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Tríceps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Remada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Step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Ajustável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Colchonetes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Tornozeleira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Polia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048872" y="2419315"/>
            <a:ext cx="4267627" cy="904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4"/>
              </a:lnSpc>
            </a:pPr>
            <a:r>
              <a:rPr lang="en-US" sz="5000" b="1" i="1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COMBO DUO</a:t>
            </a:r>
          </a:p>
        </p:txBody>
      </p:sp>
      <p:grpSp>
        <p:nvGrpSpPr>
          <p:cNvPr id="76" name="Group 46">
            <a:extLst>
              <a:ext uri="{FF2B5EF4-FFF2-40B4-BE49-F238E27FC236}">
                <a16:creationId xmlns:a16="http://schemas.microsoft.com/office/drawing/2014/main" id="{3C5931B2-4AB2-9443-056C-3EB1EB1CFA71}"/>
              </a:ext>
            </a:extLst>
          </p:cNvPr>
          <p:cNvGrpSpPr/>
          <p:nvPr/>
        </p:nvGrpSpPr>
        <p:grpSpPr>
          <a:xfrm>
            <a:off x="7620001" y="6972426"/>
            <a:ext cx="326418" cy="278090"/>
            <a:chOff x="0" y="0"/>
            <a:chExt cx="62793" cy="73242"/>
          </a:xfrm>
        </p:grpSpPr>
        <p:sp>
          <p:nvSpPr>
            <p:cNvPr id="77" name="Freeform 47">
              <a:extLst>
                <a:ext uri="{FF2B5EF4-FFF2-40B4-BE49-F238E27FC236}">
                  <a16:creationId xmlns:a16="http://schemas.microsoft.com/office/drawing/2014/main" id="{2CCB03DD-38A2-A423-42B7-70CDD8ABA3AD}"/>
                </a:ext>
              </a:extLst>
            </p:cNvPr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78" name="TextBox 48">
              <a:extLst>
                <a:ext uri="{FF2B5EF4-FFF2-40B4-BE49-F238E27FC236}">
                  <a16:creationId xmlns:a16="http://schemas.microsoft.com/office/drawing/2014/main" id="{3F99ADB5-3A82-1031-BF0D-458FA2070F50}"/>
                </a:ext>
              </a:extLst>
            </p:cNvPr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31295" y="4142693"/>
            <a:ext cx="7484725" cy="1432097"/>
            <a:chOff x="0" y="0"/>
            <a:chExt cx="1971286" cy="3771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1286" cy="377178"/>
            </a:xfrm>
            <a:custGeom>
              <a:avLst/>
              <a:gdLst/>
              <a:ahLst/>
              <a:cxnLst/>
              <a:rect l="l" t="t" r="r" b="b"/>
              <a:pathLst>
                <a:path w="1971286" h="377178">
                  <a:moveTo>
                    <a:pt x="0" y="0"/>
                  </a:moveTo>
                  <a:lnTo>
                    <a:pt x="1971286" y="0"/>
                  </a:lnTo>
                  <a:lnTo>
                    <a:pt x="1971286" y="377178"/>
                  </a:lnTo>
                  <a:lnTo>
                    <a:pt x="0" y="3771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71286" cy="415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31295" y="4142693"/>
            <a:ext cx="3778620" cy="1432097"/>
            <a:chOff x="0" y="0"/>
            <a:chExt cx="995192" cy="3771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5192" cy="377178"/>
            </a:xfrm>
            <a:custGeom>
              <a:avLst/>
              <a:gdLst/>
              <a:ahLst/>
              <a:cxnLst/>
              <a:rect l="l" t="t" r="r" b="b"/>
              <a:pathLst>
                <a:path w="995192" h="377178">
                  <a:moveTo>
                    <a:pt x="0" y="0"/>
                  </a:moveTo>
                  <a:lnTo>
                    <a:pt x="995192" y="0"/>
                  </a:lnTo>
                  <a:lnTo>
                    <a:pt x="995192" y="377178"/>
                  </a:lnTo>
                  <a:lnTo>
                    <a:pt x="0" y="377178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5192" cy="415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77048" y="6286689"/>
            <a:ext cx="6611142" cy="685611"/>
            <a:chOff x="0" y="0"/>
            <a:chExt cx="1741206" cy="1805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1206" cy="180572"/>
            </a:xfrm>
            <a:custGeom>
              <a:avLst/>
              <a:gdLst/>
              <a:ahLst/>
              <a:cxnLst/>
              <a:rect l="l" t="t" r="r" b="b"/>
              <a:pathLst>
                <a:path w="1741206" h="180572">
                  <a:moveTo>
                    <a:pt x="0" y="0"/>
                  </a:moveTo>
                  <a:lnTo>
                    <a:pt x="1741206" y="0"/>
                  </a:lnTo>
                  <a:lnTo>
                    <a:pt x="1741206" y="180572"/>
                  </a:lnTo>
                  <a:lnTo>
                    <a:pt x="0" y="18057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741206" cy="218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00193" y="4260684"/>
            <a:ext cx="3346007" cy="106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8"/>
              </a:lnSpc>
            </a:pPr>
            <a:r>
              <a:rPr lang="en-US" sz="30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Mensalidade </a:t>
            </a:r>
          </a:p>
          <a:p>
            <a:pPr algn="l">
              <a:lnSpc>
                <a:spcPts val="4298"/>
              </a:lnSpc>
            </a:pPr>
            <a:r>
              <a:rPr lang="en-US" sz="30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 apartamento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78684" y="2993443"/>
            <a:ext cx="3817902" cy="54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8"/>
              </a:lnSpc>
            </a:pPr>
            <a:r>
              <a:rPr lang="en-US" sz="317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[NOME]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14690" y="4254328"/>
            <a:ext cx="3787592" cy="1035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33"/>
              </a:lnSpc>
            </a:pPr>
            <a:r>
              <a:rPr lang="en-US" sz="6095" b="1" spc="-176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[VALOR]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63310" y="2085223"/>
            <a:ext cx="7395990" cy="5927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Total de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unidades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informadas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2190" b="1" i="1" dirty="0">
                <a:solidFill>
                  <a:srgbClr val="FFD300"/>
                </a:solidFill>
                <a:latin typeface="Open Sans"/>
                <a:ea typeface="Open Sans"/>
                <a:cs typeface="Open Sans"/>
                <a:sym typeface="Open Sans"/>
              </a:rPr>
              <a:t>[UNIDADES]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unidades</a:t>
            </a: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Valor total da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mensalidade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 [VALOR_COND] 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Prazo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 60 meses.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Incluso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estrutura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 Container: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Ar-condicionado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Espelhos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Comunicação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visual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padrão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Duo Fitness 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a infra-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estrutura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instalação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BÔNUS: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Manutenção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Preventiva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Mensal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Inclusa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Proposta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válida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por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10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dias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270</Words>
  <Application>Microsoft Office PowerPoint</Application>
  <PresentationFormat>Custom</PresentationFormat>
  <Paragraphs>97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Calibri</vt:lpstr>
      <vt:lpstr>Open Sans</vt:lpstr>
      <vt:lpstr>Open Sans Bold</vt:lpstr>
      <vt:lpstr>Open Sans Bold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DUO FITNESS DUO</dc:title>
  <dc:creator>Victor Barros</dc:creator>
  <cp:lastModifiedBy>Victor Barros</cp:lastModifiedBy>
  <cp:revision>4</cp:revision>
  <dcterms:created xsi:type="dcterms:W3CDTF">2006-08-16T00:00:00Z</dcterms:created>
  <dcterms:modified xsi:type="dcterms:W3CDTF">2026-06-23T18:17:11Z</dcterms:modified>
  <dc:identifier>DAHNU2YpKXs</dc:identifier>
</cp:coreProperties>
</file>