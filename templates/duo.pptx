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8288000" cy="10287000"/>
  <p:notesSz cx="6858000" cy="9144000"/>
  <p:embeddedFontLst>
    <p:embeddedFont>
      <p:font typeface="Open Sans" pitchFamily="2" charset="0"/>
      <p:regular r:id="rId31"/>
      <p:bold r:id="rId32"/>
      <p:boldItalic r:id="rId33"/>
    </p:embeddedFont>
    <p:embeddedFont>
      <p:font typeface="Open Sans Bold" pitchFamily="2" charset="0"/>
      <p:bold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43916" y="8892868"/>
            <a:ext cx="702948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70904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71628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53649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0239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8913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755959"/>
            <a:ext cx="57150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496283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539367"/>
            <a:ext cx="335199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grpSp>
        <p:nvGrpSpPr>
          <p:cNvPr id="76" name="Group 46">
            <a:extLst>
              <a:ext uri="{FF2B5EF4-FFF2-40B4-BE49-F238E27FC236}">
                <a16:creationId xmlns:a16="http://schemas.microsoft.com/office/drawing/2014/main" id="{3C5931B2-4AB2-9443-056C-3EB1EB1CFA71}"/>
              </a:ext>
            </a:extLst>
          </p:cNvPr>
          <p:cNvGrpSpPr/>
          <p:nvPr/>
        </p:nvGrpSpPr>
        <p:grpSpPr>
          <a:xfrm>
            <a:off x="7620001" y="6972426"/>
            <a:ext cx="326418" cy="278090"/>
            <a:chOff x="0" y="0"/>
            <a:chExt cx="62793" cy="73242"/>
          </a:xfrm>
        </p:grpSpPr>
        <p:sp>
          <p:nvSpPr>
            <p:cNvPr id="77" name="Freeform 47">
              <a:extLst>
                <a:ext uri="{FF2B5EF4-FFF2-40B4-BE49-F238E27FC236}">
                  <a16:creationId xmlns:a16="http://schemas.microsoft.com/office/drawing/2014/main" id="{2CCB03DD-38A2-A423-42B7-70CDD8ABA3AD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48">
              <a:extLst>
                <a:ext uri="{FF2B5EF4-FFF2-40B4-BE49-F238E27FC236}">
                  <a16:creationId xmlns:a16="http://schemas.microsoft.com/office/drawing/2014/main" id="{3F99ADB5-3A82-1031-BF0D-458FA2070F50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2866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270</Words>
  <Application>Microsoft Office PowerPoint</Application>
  <PresentationFormat>Custom</PresentationFormat>
  <Paragraphs>97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5</cp:revision>
  <dcterms:created xsi:type="dcterms:W3CDTF">2006-08-16T00:00:00Z</dcterms:created>
  <dcterms:modified xsi:type="dcterms:W3CDTF">2026-06-26T16:24:22Z</dcterms:modified>
  <dc:identifier>DAHNU2YpKXs</dc:identifier>
</cp:coreProperties>
</file>