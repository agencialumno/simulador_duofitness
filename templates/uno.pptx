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Open Sans" pitchFamily="2" charset="0"/>
      <p:regular r:id="rId29"/>
      <p:bold r:id="rId30"/>
      <p:boldItalic r:id="rId31"/>
    </p:embeddedFont>
    <p:embeddedFont>
      <p:font typeface="Open Sans Bold" pitchFamily="2" charset="0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033669" cy="571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33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345068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 panose="020B0806030504020204" pitchFamily="34" charset="0"/>
                <a:ea typeface="Open Sans" panose="020B0806030504020204" pitchFamily="34" charset="0"/>
                <a:cs typeface="Open Sans" panose="020B0806030504020204" pitchFamily="34" charset="0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 panose="020B0806030504020204" pitchFamily="34" charset="0"/>
              <a:ea typeface="Open Sans" panose="020B0806030504020204" pitchFamily="34" charset="0"/>
              <a:cs typeface="Open Sans" panose="020B0806030504020204" pitchFamily="34" charset="0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705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553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43916" y="8892868"/>
            <a:ext cx="687708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9342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3914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1628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0104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06171" y="6170086"/>
            <a:ext cx="828622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65299" y="8298802"/>
            <a:ext cx="8493701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100 kg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18318" y="6208863"/>
            <a:ext cx="6797882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18318" y="8298802"/>
            <a:ext cx="7026482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32999" y="5341070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42624" y="7222257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23686" y="8958028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9885" y="5270903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43317" y="6290043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05292" y="8379779"/>
            <a:ext cx="4972767" cy="878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49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49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71277" y="8213077"/>
            <a:ext cx="6925723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01869" y="6158839"/>
            <a:ext cx="6661731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955943" y="4119523"/>
            <a:ext cx="4394015" cy="267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Rack Vertical - (10 pares)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Storage Rack - (15 pares)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(1800mm)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Olímpica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(50mm - 1200mm)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Curvada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Triângulo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Cross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Corda Cross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90800" y="4200100"/>
            <a:ext cx="335199" cy="278090"/>
            <a:chOff x="0" y="0"/>
            <a:chExt cx="62793" cy="732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90800" y="4562117"/>
            <a:ext cx="335199" cy="278090"/>
            <a:chOff x="0" y="0"/>
            <a:chExt cx="62793" cy="732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0" y="4200100"/>
            <a:ext cx="335943" cy="278090"/>
            <a:chOff x="0" y="0"/>
            <a:chExt cx="62793" cy="73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77800" y="4200100"/>
            <a:ext cx="325897" cy="278090"/>
            <a:chOff x="0" y="0"/>
            <a:chExt cx="62793" cy="7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77800" y="4581167"/>
            <a:ext cx="325897" cy="278090"/>
            <a:chOff x="0" y="0"/>
            <a:chExt cx="62793" cy="73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77800" y="4964032"/>
            <a:ext cx="325897" cy="278090"/>
            <a:chOff x="0" y="0"/>
            <a:chExt cx="62793" cy="7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77800" y="5346897"/>
            <a:ext cx="325897" cy="278090"/>
            <a:chOff x="0" y="0"/>
            <a:chExt cx="62793" cy="7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77800" y="5729761"/>
            <a:ext cx="325897" cy="278090"/>
            <a:chOff x="0" y="0"/>
            <a:chExt cx="62793" cy="7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10476" y="4581167"/>
            <a:ext cx="335943" cy="278090"/>
            <a:chOff x="0" y="0"/>
            <a:chExt cx="62793" cy="7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10477" y="4964032"/>
            <a:ext cx="335942" cy="278090"/>
            <a:chOff x="0" y="0"/>
            <a:chExt cx="62793" cy="7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10476" y="5340438"/>
            <a:ext cx="345467" cy="278090"/>
            <a:chOff x="0" y="0"/>
            <a:chExt cx="62793" cy="732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10476" y="5723303"/>
            <a:ext cx="345467" cy="278090"/>
            <a:chOff x="0" y="0"/>
            <a:chExt cx="62793" cy="73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1" y="6109871"/>
            <a:ext cx="326418" cy="278090"/>
            <a:chOff x="0" y="0"/>
            <a:chExt cx="62793" cy="73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1" y="6511610"/>
            <a:ext cx="326418" cy="278090"/>
            <a:chOff x="0" y="0"/>
            <a:chExt cx="62793" cy="732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90800" y="4950656"/>
            <a:ext cx="335199" cy="278090"/>
            <a:chOff x="0" y="0"/>
            <a:chExt cx="62793" cy="732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590800" y="5334616"/>
            <a:ext cx="335199" cy="278090"/>
            <a:chOff x="0" y="0"/>
            <a:chExt cx="62793" cy="732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590800" y="5727006"/>
            <a:ext cx="335199" cy="278090"/>
            <a:chOff x="0" y="0"/>
            <a:chExt cx="62793" cy="732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590800" y="6109871"/>
            <a:ext cx="335199" cy="278090"/>
            <a:chOff x="0" y="0"/>
            <a:chExt cx="62793" cy="732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05400" y="2472975"/>
            <a:ext cx="5154571" cy="980717"/>
            <a:chOff x="0" y="0"/>
            <a:chExt cx="1357582" cy="25829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357582" cy="258296"/>
            </a:xfrm>
            <a:custGeom>
              <a:avLst/>
              <a:gdLst/>
              <a:ahLst/>
              <a:cxnLst/>
              <a:rect l="l" t="t" r="r" b="b"/>
              <a:pathLst>
                <a:path w="1357582" h="258296">
                  <a:moveTo>
                    <a:pt x="0" y="0"/>
                  </a:moveTo>
                  <a:lnTo>
                    <a:pt x="1357582" y="0"/>
                  </a:lnTo>
                  <a:lnTo>
                    <a:pt x="135758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35758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2925999" y="4119523"/>
            <a:ext cx="3679400" cy="305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Esteira Profissional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Bicicleta Spinning Magnética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Extensora / Flexora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Adutora e Abdutora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Supino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Horizontal Regulável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110kg Halteres 1-10kg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100kg Anilhas (1,30/kg)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213222" y="4119523"/>
            <a:ext cx="2483978" cy="1960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Puxador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Tríceps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Reta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Colchonetes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Tornozeleira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Polia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20766" y="2419315"/>
            <a:ext cx="4485434" cy="9187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48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COMBO UNO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7C81D1-4817-15B5-EDD0-80B1E1979CCF}"/>
              </a:ext>
            </a:extLst>
          </p:cNvPr>
          <p:cNvGrpSpPr/>
          <p:nvPr/>
        </p:nvGrpSpPr>
        <p:grpSpPr>
          <a:xfrm>
            <a:off x="2599581" y="6430390"/>
            <a:ext cx="326418" cy="350420"/>
            <a:chOff x="0" y="-19050"/>
            <a:chExt cx="62793" cy="92292"/>
          </a:xfrm>
        </p:grpSpPr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F8CD94AB-6A97-310B-74A9-6B060C21F820}"/>
                </a:ext>
              </a:extLst>
            </p:cNvPr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6" name="TextBox 48">
              <a:extLst>
                <a:ext uri="{FF2B5EF4-FFF2-40B4-BE49-F238E27FC236}">
                  <a16:creationId xmlns:a16="http://schemas.microsoft.com/office/drawing/2014/main" id="{4937C0B1-9AF5-1FE3-2AE5-C646AEBCEA96}"/>
                </a:ext>
              </a:extLst>
            </p:cNvPr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AB8E13A-F666-1769-ACCC-FBD170322087}"/>
              </a:ext>
            </a:extLst>
          </p:cNvPr>
          <p:cNvGrpSpPr/>
          <p:nvPr/>
        </p:nvGrpSpPr>
        <p:grpSpPr>
          <a:xfrm>
            <a:off x="7624762" y="6843576"/>
            <a:ext cx="326418" cy="350420"/>
            <a:chOff x="0" y="-19050"/>
            <a:chExt cx="62793" cy="92292"/>
          </a:xfrm>
        </p:grpSpPr>
        <p:sp>
          <p:nvSpPr>
            <p:cNvPr id="68" name="Freeform 47">
              <a:extLst>
                <a:ext uri="{FF2B5EF4-FFF2-40B4-BE49-F238E27FC236}">
                  <a16:creationId xmlns:a16="http://schemas.microsoft.com/office/drawing/2014/main" id="{B4E3FF10-473D-9ECE-9A6E-D6D613FB2F42}"/>
                </a:ext>
              </a:extLst>
            </p:cNvPr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TextBox 48">
              <a:extLst>
                <a:ext uri="{FF2B5EF4-FFF2-40B4-BE49-F238E27FC236}">
                  <a16:creationId xmlns:a16="http://schemas.microsoft.com/office/drawing/2014/main" id="{ACE2ABB6-BDEA-55EE-6B02-2905A0F007CA}"/>
                </a:ext>
              </a:extLst>
            </p:cNvPr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124676" cy="1432097"/>
            <a:chOff x="0" y="0"/>
            <a:chExt cx="1876458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76458" cy="377178"/>
            </a:xfrm>
            <a:custGeom>
              <a:avLst/>
              <a:gdLst/>
              <a:ahLst/>
              <a:cxnLst/>
              <a:rect l="l" t="t" r="r" b="b"/>
              <a:pathLst>
                <a:path w="1876458" h="377178">
                  <a:moveTo>
                    <a:pt x="0" y="0"/>
                  </a:moveTo>
                  <a:lnTo>
                    <a:pt x="1876458" y="0"/>
                  </a:lnTo>
                  <a:lnTo>
                    <a:pt x="1876458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76458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77048" y="6286689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3946316" cy="548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17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4689" y="4254328"/>
            <a:ext cx="3579591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3310" y="2085223"/>
            <a:ext cx="7395990" cy="593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[UNIDADES] </a:t>
            </a: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: [VALOR_COND]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: 60 meses.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Bold Italics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236</Words>
  <Application>Microsoft Office PowerPoint</Application>
  <PresentationFormat>Custom</PresentationFormat>
  <Paragraphs>84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Open Sans</vt:lpstr>
      <vt:lpstr>Open Sans Bold</vt:lpstr>
      <vt:lpstr>Open Sans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DUO FITNESS UNO</dc:title>
  <dc:creator>Victor Barros</dc:creator>
  <cp:lastModifiedBy>Victor Barros</cp:lastModifiedBy>
  <cp:revision>7</cp:revision>
  <dcterms:created xsi:type="dcterms:W3CDTF">2006-08-16T00:00:00Z</dcterms:created>
  <dcterms:modified xsi:type="dcterms:W3CDTF">2026-06-23T18:14:50Z</dcterms:modified>
  <dc:identifier>DAHNTebemR0</dc:identifier>
</cp:coreProperties>
</file>