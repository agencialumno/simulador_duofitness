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8288000" cy="10287000"/>
  <p:notesSz cx="6858000" cy="9144000"/>
  <p:embeddedFontLst>
    <p:embeddedFont>
      <p:font typeface="Open Sans" pitchFamily="2" charset="0"/>
      <p:regular r:id="rId34"/>
      <p:bold r:id="rId35"/>
      <p:boldItalic r:id="rId36"/>
    </p:embeddedFont>
    <p:embeddedFont>
      <p:font typeface="Open Sans Bold" pitchFamily="2" charset="0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9874" y="5415783"/>
            <a:ext cx="4345068" cy="826209"/>
            <a:chOff x="0" y="0"/>
            <a:chExt cx="1437020" cy="2732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83941" y="5415783"/>
            <a:ext cx="4345068" cy="826209"/>
            <a:chOff x="0" y="0"/>
            <a:chExt cx="1437020" cy="2732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7020" cy="273248"/>
            </a:xfrm>
            <a:custGeom>
              <a:avLst/>
              <a:gdLst/>
              <a:ahLst/>
              <a:cxnLst/>
              <a:rect l="l" t="t" r="r" b="b"/>
              <a:pathLst>
                <a:path w="1437020" h="273248">
                  <a:moveTo>
                    <a:pt x="0" y="0"/>
                  </a:moveTo>
                  <a:lnTo>
                    <a:pt x="1437020" y="0"/>
                  </a:lnTo>
                  <a:lnTo>
                    <a:pt x="1437020" y="273248"/>
                  </a:lnTo>
                  <a:lnTo>
                    <a:pt x="0" y="27324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437020" cy="311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897064" y="5525788"/>
            <a:ext cx="4327644" cy="573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62"/>
              </a:lnSpc>
            </a:pPr>
            <a:r>
              <a:rPr lang="en-US" sz="333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9874" y="6368859"/>
            <a:ext cx="4267926" cy="372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22"/>
              </a:lnSpc>
            </a:pPr>
            <a:r>
              <a:rPr lang="en-US" sz="223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Validade</a:t>
            </a:r>
            <a:r>
              <a:rPr lang="en-US" sz="223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da </a:t>
            </a:r>
            <a:r>
              <a:rPr lang="en-US" sz="223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proposta</a:t>
            </a:r>
            <a:r>
              <a:rPr lang="en-US" sz="223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10 </a:t>
            </a:r>
            <a:r>
              <a:rPr lang="en-US" sz="223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dias</a:t>
            </a:r>
            <a:endParaRPr lang="en-US" sz="223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157720" y="5508677"/>
            <a:ext cx="1530522" cy="57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2"/>
              </a:lnSpc>
            </a:pPr>
            <a:r>
              <a:rPr lang="en-US" sz="3330" b="1" i="1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Cliente: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65532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68580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449550" y="7752480"/>
            <a:ext cx="686665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835386" y="7687709"/>
            <a:ext cx="6938014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70104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86574" y="7713427"/>
            <a:ext cx="6858026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70104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8372465" y="7687709"/>
            <a:ext cx="6943735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632639" y="7687709"/>
            <a:ext cx="6902761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737414" y="7687709"/>
            <a:ext cx="6874186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636273"/>
            <a:ext cx="6705600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3931" y="7636273"/>
            <a:ext cx="6858069" cy="1045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12775" y="4895896"/>
            <a:ext cx="8289025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110 kg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30003" y="6940939"/>
            <a:ext cx="8289025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200 kg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63982" y="8846318"/>
            <a:ext cx="8585618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1125 kg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158616" y="4972050"/>
            <a:ext cx="6719184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30274" y="8932594"/>
            <a:ext cx="6495326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918" y="6952322"/>
            <a:ext cx="6719184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698690" y="8984030"/>
            <a:ext cx="6636310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196716" y="7077557"/>
            <a:ext cx="6981136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82264" y="5217303"/>
            <a:ext cx="6981136" cy="10430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59"/>
              </a:lnSpc>
            </a:pPr>
            <a:r>
              <a:rPr lang="en-US" sz="6185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6185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519885" y="5270903"/>
            <a:ext cx="5782392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329510" y="7130499"/>
            <a:ext cx="561509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210572" y="8938978"/>
            <a:ext cx="561509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0" y="7755959"/>
            <a:ext cx="5638800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12169" y="5095875"/>
            <a:ext cx="5751231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03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71917" y="7079004"/>
            <a:ext cx="5751231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52065" y="9163050"/>
            <a:ext cx="5751231" cy="878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12"/>
              </a:lnSpc>
            </a:pPr>
            <a:r>
              <a:rPr lang="en-US" sz="5151" b="1" dirty="0" err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Quantidade</a:t>
            </a:r>
            <a:r>
              <a:rPr lang="en-US" sz="515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: 03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828628" y="3841285"/>
            <a:ext cx="4394015" cy="4206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Banco Supino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Banco Horizontal Regulável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110kg Halteres 1-10kg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100kg Anilhas (1,30/kg)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1125kg Halteres 12,5 - 50kg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Rack Vertical - (10 pares)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Suporte Barras / Anilhas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Storage Rack - (15 pares)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Olímpica (1800mm)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Olímpica (50mm - 1200mm)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Curvada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590800" y="4086019"/>
            <a:ext cx="319907" cy="350420"/>
            <a:chOff x="0" y="-19050"/>
            <a:chExt cx="62793" cy="922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590800" y="4448036"/>
            <a:ext cx="319907" cy="350420"/>
            <a:chOff x="0" y="-19050"/>
            <a:chExt cx="62793" cy="922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67601" y="3921136"/>
            <a:ext cx="361028" cy="278090"/>
            <a:chOff x="0" y="0"/>
            <a:chExt cx="62793" cy="732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877800" y="4200100"/>
            <a:ext cx="325897" cy="278090"/>
            <a:chOff x="0" y="0"/>
            <a:chExt cx="62793" cy="7324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877800" y="4581167"/>
            <a:ext cx="325897" cy="278090"/>
            <a:chOff x="0" y="0"/>
            <a:chExt cx="62793" cy="7324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877800" y="4964032"/>
            <a:ext cx="325897" cy="278090"/>
            <a:chOff x="0" y="0"/>
            <a:chExt cx="62793" cy="7324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877800" y="5346897"/>
            <a:ext cx="325897" cy="278090"/>
            <a:chOff x="0" y="0"/>
            <a:chExt cx="62793" cy="7324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877800" y="5729761"/>
            <a:ext cx="325897" cy="278090"/>
            <a:chOff x="0" y="0"/>
            <a:chExt cx="62793" cy="7324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03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877800" y="6108211"/>
            <a:ext cx="325897" cy="278090"/>
            <a:chOff x="0" y="0"/>
            <a:chExt cx="62793" cy="7324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877800" y="6491076"/>
            <a:ext cx="325897" cy="278090"/>
            <a:chOff x="0" y="0"/>
            <a:chExt cx="62793" cy="732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03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467602" y="4283880"/>
            <a:ext cx="351502" cy="278090"/>
            <a:chOff x="0" y="0"/>
            <a:chExt cx="62793" cy="7324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03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43800" y="5830121"/>
            <a:ext cx="284828" cy="278090"/>
            <a:chOff x="0" y="0"/>
            <a:chExt cx="62793" cy="7324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543801" y="6212986"/>
            <a:ext cx="284828" cy="278090"/>
            <a:chOff x="0" y="0"/>
            <a:chExt cx="62793" cy="7324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34276" y="6599554"/>
            <a:ext cx="284828" cy="278090"/>
            <a:chOff x="0" y="0"/>
            <a:chExt cx="62793" cy="7324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534276" y="7001293"/>
            <a:ext cx="284828" cy="278090"/>
            <a:chOff x="0" y="0"/>
            <a:chExt cx="62793" cy="7324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534276" y="7374633"/>
            <a:ext cx="284827" cy="278090"/>
            <a:chOff x="0" y="0"/>
            <a:chExt cx="62793" cy="7324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534276" y="7757498"/>
            <a:ext cx="284827" cy="278090"/>
            <a:chOff x="0" y="0"/>
            <a:chExt cx="62793" cy="7324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2590800" y="4908905"/>
            <a:ext cx="319907" cy="278090"/>
            <a:chOff x="0" y="0"/>
            <a:chExt cx="62793" cy="7324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2590800" y="5292865"/>
            <a:ext cx="319907" cy="278090"/>
            <a:chOff x="0" y="0"/>
            <a:chExt cx="62793" cy="7324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2590800" y="5685255"/>
            <a:ext cx="319907" cy="278090"/>
            <a:chOff x="0" y="0"/>
            <a:chExt cx="62793" cy="7324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02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2590800" y="6068120"/>
            <a:ext cx="319907" cy="278090"/>
            <a:chOff x="0" y="0"/>
            <a:chExt cx="62793" cy="7324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2590800" y="6497960"/>
            <a:ext cx="319907" cy="278090"/>
            <a:chOff x="0" y="0"/>
            <a:chExt cx="62793" cy="7324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2581276" y="6884740"/>
            <a:ext cx="319907" cy="278090"/>
            <a:chOff x="0" y="0"/>
            <a:chExt cx="62793" cy="7324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2590800" y="7303810"/>
            <a:ext cx="319907" cy="278090"/>
            <a:chOff x="0" y="0"/>
            <a:chExt cx="62793" cy="7324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2590800" y="7658100"/>
            <a:ext cx="319907" cy="278090"/>
            <a:chOff x="0" y="0"/>
            <a:chExt cx="62793" cy="7324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62793" cy="73242"/>
            </a:xfrm>
            <a:custGeom>
              <a:avLst/>
              <a:gdLst/>
              <a:ahLst/>
              <a:cxnLst/>
              <a:rect l="l" t="t" r="r" b="b"/>
              <a:pathLst>
                <a:path w="62793" h="73242">
                  <a:moveTo>
                    <a:pt x="0" y="0"/>
                  </a:moveTo>
                  <a:lnTo>
                    <a:pt x="62793" y="0"/>
                  </a:lnTo>
                  <a:lnTo>
                    <a:pt x="62793" y="73242"/>
                  </a:lnTo>
                  <a:lnTo>
                    <a:pt x="0" y="7324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62793" cy="922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87"/>
                </a:lnSpc>
              </a:pPr>
              <a:r>
                <a:rPr lang="en-US" sz="990" b="1" i="1" dirty="0">
                  <a:solidFill>
                    <a:srgbClr val="000000"/>
                  </a:solidFill>
                  <a:latin typeface="Open Sans Bold Italics"/>
                  <a:ea typeface="Open Sans Bold Italics"/>
                  <a:cs typeface="Open Sans Bold Italics"/>
                  <a:sym typeface="Open Sans Bold Italics"/>
                </a:rPr>
                <a:t>01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6441734" y="2472975"/>
            <a:ext cx="5518272" cy="980717"/>
            <a:chOff x="0" y="0"/>
            <a:chExt cx="1453372" cy="25829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453372" cy="258296"/>
            </a:xfrm>
            <a:custGeom>
              <a:avLst/>
              <a:gdLst/>
              <a:ahLst/>
              <a:cxnLst/>
              <a:rect l="l" t="t" r="r" b="b"/>
              <a:pathLst>
                <a:path w="1453372" h="258296">
                  <a:moveTo>
                    <a:pt x="0" y="0"/>
                  </a:moveTo>
                  <a:lnTo>
                    <a:pt x="1453372" y="0"/>
                  </a:lnTo>
                  <a:lnTo>
                    <a:pt x="1453372" y="258296"/>
                  </a:lnTo>
                  <a:lnTo>
                    <a:pt x="0" y="258296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38100"/>
              <a:ext cx="1453372" cy="296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82" name="TextBox 82"/>
          <p:cNvSpPr txBox="1"/>
          <p:nvPr/>
        </p:nvSpPr>
        <p:spPr>
          <a:xfrm>
            <a:off x="2910708" y="4077772"/>
            <a:ext cx="3679400" cy="3822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Esteira Profissional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Bicicleta Spinning Magnética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Simulador de Escada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Leg Press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Dual Cable Crossover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Máquina Bíceps / Tríceps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Cadeira Adutora e Abdutora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Remada Vertical Pro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Smith Machine</a:t>
            </a:r>
          </a:p>
          <a:p>
            <a:pPr algn="l">
              <a:lnSpc>
                <a:spcPts val="3067"/>
              </a:lnSpc>
            </a:pPr>
            <a:r>
              <a:rPr lang="en-US" sz="219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Isolador de Glúteo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3213222" y="4119523"/>
            <a:ext cx="2483978" cy="27559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Triângulo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Cross</a:t>
            </a: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Corda Cross</a:t>
            </a: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Puxador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Tríceps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Barra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Remada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Step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Ajustável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Colchonetes</a:t>
            </a: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</a:pP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Tornozeleira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Polia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6687602" y="2419315"/>
            <a:ext cx="4990167" cy="904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4"/>
              </a:lnSpc>
            </a:pPr>
            <a:r>
              <a:rPr lang="en-US" sz="500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COMBO TRIPLE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1295" y="4142693"/>
            <a:ext cx="7203587" cy="1432097"/>
            <a:chOff x="0" y="0"/>
            <a:chExt cx="1897241" cy="37717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97241" cy="377178"/>
            </a:xfrm>
            <a:custGeom>
              <a:avLst/>
              <a:gdLst/>
              <a:ahLst/>
              <a:cxnLst/>
              <a:rect l="l" t="t" r="r" b="b"/>
              <a:pathLst>
                <a:path w="1897241" h="377178">
                  <a:moveTo>
                    <a:pt x="0" y="0"/>
                  </a:moveTo>
                  <a:lnTo>
                    <a:pt x="1897241" y="0"/>
                  </a:lnTo>
                  <a:lnTo>
                    <a:pt x="1897241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97241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31295" y="4142693"/>
            <a:ext cx="3778620" cy="1432097"/>
            <a:chOff x="0" y="0"/>
            <a:chExt cx="995192" cy="3771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5192" cy="377178"/>
            </a:xfrm>
            <a:custGeom>
              <a:avLst/>
              <a:gdLst/>
              <a:ahLst/>
              <a:cxnLst/>
              <a:rect l="l" t="t" r="r" b="b"/>
              <a:pathLst>
                <a:path w="995192" h="377178">
                  <a:moveTo>
                    <a:pt x="0" y="0"/>
                  </a:moveTo>
                  <a:lnTo>
                    <a:pt x="995192" y="0"/>
                  </a:lnTo>
                  <a:lnTo>
                    <a:pt x="995192" y="377178"/>
                  </a:lnTo>
                  <a:lnTo>
                    <a:pt x="0" y="377178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5192" cy="415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677048" y="6286689"/>
            <a:ext cx="6611142" cy="685611"/>
            <a:chOff x="0" y="0"/>
            <a:chExt cx="1741206" cy="1805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1206" cy="180572"/>
            </a:xfrm>
            <a:custGeom>
              <a:avLst/>
              <a:gdLst/>
              <a:ahLst/>
              <a:cxnLst/>
              <a:rect l="l" t="t" r="r" b="b"/>
              <a:pathLst>
                <a:path w="1741206" h="180572">
                  <a:moveTo>
                    <a:pt x="0" y="0"/>
                  </a:moveTo>
                  <a:lnTo>
                    <a:pt x="1741206" y="0"/>
                  </a:lnTo>
                  <a:lnTo>
                    <a:pt x="1741206" y="180572"/>
                  </a:lnTo>
                  <a:lnTo>
                    <a:pt x="0" y="180572"/>
                  </a:lnTo>
                  <a:close/>
                </a:path>
              </a:pathLst>
            </a:custGeom>
            <a:solidFill>
              <a:srgbClr val="FFD3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41206" cy="218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67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00193" y="4260684"/>
            <a:ext cx="3346007" cy="106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Mensalidade </a:t>
            </a:r>
          </a:p>
          <a:p>
            <a:pPr algn="l">
              <a:lnSpc>
                <a:spcPts val="4298"/>
              </a:lnSpc>
            </a:pPr>
            <a:r>
              <a:rPr lang="en-US" sz="307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por apartamento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78684" y="2993443"/>
            <a:ext cx="4284626" cy="5481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sz="3170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[NOME]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09940" y="4254328"/>
            <a:ext cx="3411204" cy="10358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533"/>
              </a:lnSpc>
            </a:pPr>
            <a:r>
              <a:rPr lang="en-US" sz="6095" b="1" spc="-176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[VALOR]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63310" y="2085223"/>
            <a:ext cx="7395990" cy="59273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Total de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unidades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informadas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[UNIDADES]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unidades</a:t>
            </a: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Valor total da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mensalidade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[VALOR_COND] 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Prazo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: 60 meses.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b="1" i="1" dirty="0">
              <a:solidFill>
                <a:srgbClr val="FFD300"/>
              </a:solidFill>
              <a:latin typeface="Open Sans Bold Italics"/>
              <a:ea typeface="Open Sans Bold Italics"/>
              <a:cs typeface="Open Sans Bold Italics"/>
              <a:sym typeface="Open Sans Bold Italic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Incluso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do Container: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Ar-condicionado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Espelhos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Comunicação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visual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padrão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Duo Fitness 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a infra-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estrutura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para </a:t>
            </a:r>
            <a:r>
              <a:rPr lang="en-US" sz="219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instalação</a:t>
            </a:r>
            <a:r>
              <a:rPr lang="en-US" sz="219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BÔNUS: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Manutenção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Preventiva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Mensal </a:t>
            </a:r>
            <a:r>
              <a:rPr lang="en-US" sz="219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Inclusa</a:t>
            </a:r>
            <a:r>
              <a:rPr lang="en-US" sz="219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endParaRPr lang="en-US" sz="219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Proposta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válida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por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10 </a:t>
            </a:r>
            <a:r>
              <a:rPr lang="en-US" sz="2190" b="1" i="1" dirty="0" err="1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dias</a:t>
            </a:r>
            <a:r>
              <a:rPr lang="en-US" sz="2190" b="1" i="1" dirty="0">
                <a:solidFill>
                  <a:srgbClr val="FFD3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288</Words>
  <Application>Microsoft Office PowerPoint</Application>
  <PresentationFormat>Custom</PresentationFormat>
  <Paragraphs>105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Calibri</vt:lpstr>
      <vt:lpstr>Open Sans</vt:lpstr>
      <vt:lpstr>Open Sans Bold</vt:lpstr>
      <vt:lpstr>Open Sans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PROPOSTA DUO FITNESS TRIPLE</dc:title>
  <cp:lastModifiedBy>Victor Barros</cp:lastModifiedBy>
  <cp:revision>5</cp:revision>
  <dcterms:created xsi:type="dcterms:W3CDTF">2006-08-16T00:00:00Z</dcterms:created>
  <dcterms:modified xsi:type="dcterms:W3CDTF">2026-06-23T18:20:50Z</dcterms:modified>
  <dc:identifier>DAHNWhTStjg</dc:identifier>
</cp:coreProperties>
</file>